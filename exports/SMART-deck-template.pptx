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9950eea-2136-dd2a-0028-793c857c0c27}">
          <p14:sldIdLst>
            <p14:sldId id="256"/>
            <p14:sldId id="257"/>
          </p14:sldIdLst>
        </p14:section>
        <p14:section name="Content" id="{be64bd42-10f1-d33d-b780-f5ece8f143f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lose" id="{871f09a3-e309-9584-090b-3fda9d1eca2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Deck title in sentence case; the subtitle says who it is for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layout. Number every section; pick the illustration that matches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and picture layout. Keep points short enough to read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only layout with cards: white, rounded, soft shadow, an icon in a tinted tile. Three or four cards, rotating the tints.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 layout. One number per slide, in numerals.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only layout with steps: the sun number tile from the guides. Three or four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and body layout. Five points at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layout. Always say who said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layout. The ask or the contact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 block"/>
          <p:cNvSpPr/>
          <p:nvPr/>
        </p:nvSpPr>
        <p:spPr>
          <a:xfrm>
            <a:off x="7818120" y="-320040"/>
            <a:ext cx="1737360" cy="1325880"/>
          </a:xfrm>
          <a:prstGeom prst="roundRect">
            <a:avLst>
              <a:gd name="adj" fmla="val 20690"/>
            </a:avLst>
          </a:prstGeom>
          <a:solidFill>
            <a:srgbClr val="EEF6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un"/>
          <p:cNvSpPr/>
          <p:nvPr/>
        </p:nvSpPr>
        <p:spPr>
          <a:xfrm>
            <a:off x="6720840" y="50292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Parent head"/>
          <p:cNvSpPr/>
          <p:nvPr/>
        </p:nvSpPr>
        <p:spPr>
          <a:xfrm>
            <a:off x="5806440" y="20116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Parent body"/>
          <p:cNvSpPr/>
          <p:nvPr/>
        </p:nvSpPr>
        <p:spPr>
          <a:xfrm>
            <a:off x="5440680" y="2944368"/>
            <a:ext cx="1554480" cy="1554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Parent body base"/>
          <p:cNvSpPr/>
          <p:nvPr/>
        </p:nvSpPr>
        <p:spPr>
          <a:xfrm>
            <a:off x="5440680" y="3721608"/>
            <a:ext cx="1554480" cy="16047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Child head"/>
          <p:cNvSpPr/>
          <p:nvPr/>
        </p:nvSpPr>
        <p:spPr>
          <a:xfrm>
            <a:off x="7443216" y="292608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Child body"/>
          <p:cNvSpPr/>
          <p:nvPr/>
        </p:nvSpPr>
        <p:spPr>
          <a:xfrm>
            <a:off x="7178040" y="3602736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Child body base"/>
          <p:cNvSpPr/>
          <p:nvPr/>
        </p:nvSpPr>
        <p:spPr>
          <a:xfrm>
            <a:off x="7178040" y="4151376"/>
            <a:ext cx="1097280" cy="117500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Logo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457200" cy="457200"/>
          </a:xfrm>
          <a:prstGeom prst="rect">
            <a:avLst/>
          </a:prstGeom>
        </p:spPr>
      </p:pic>
      <p:sp>
        <p:nvSpPr>
          <p:cNvPr id="11" name="Wordmark SMART"/>
          <p:cNvSpPr txBox="1"/>
          <p:nvPr/>
        </p:nvSpPr>
        <p:spPr>
          <a:xfrm>
            <a:off x="1024128" y="448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SMART</a:t>
            </a:r>
            <a:endParaRPr lang="en-US" sz="2000" dirty="0"/>
          </a:p>
        </p:txBody>
      </p:sp>
      <p:sp>
        <p:nvSpPr>
          <p:cNvPr id="12" name="Wordmark Study"/>
          <p:cNvSpPr txBox="1"/>
          <p:nvPr/>
        </p:nvSpPr>
        <p:spPr>
          <a:xfrm>
            <a:off x="1993392" y="448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Study</a:t>
            </a:r>
            <a:endParaRPr lang="en-US" sz="2000" dirty="0"/>
          </a:p>
        </p:txBody>
      </p:sp>
      <p:sp>
        <p:nvSpPr>
          <p:cNvPr id="13" name="Text 10"/>
          <p:cNvSpPr/>
          <p:nvPr>
            <p:ph idx="111" type="title" hasCustomPrompt="1"/>
          </p:nvPr>
        </p:nvSpPr>
        <p:spPr>
          <a:xfrm>
            <a:off x="457200" y="141732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Deck title</a:t>
            </a:r>
            <a:endParaRPr lang="en-US" sz="40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5720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FE0F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FE0F0"/>
                </a:solidFill>
              </a:rPr>
              <a:t>Who it is for · month year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E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tile"/>
          <p:cNvSpPr/>
          <p:nvPr/>
        </p:nvSpPr>
        <p:spPr>
          <a:xfrm>
            <a:off x="457200" y="1188720"/>
            <a:ext cx="777240" cy="777240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194560"/>
            <a:ext cx="4937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Section title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342900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line on what this section covers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5394960" y="548640"/>
            <a:ext cx="329184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Illustration</a:t>
            </a:r>
            <a:endParaRPr lang="en-US" dirty="0"/>
          </a:p>
        </p:txBody>
      </p:sp>
      <p:pic>
        <p:nvPicPr>
          <p:cNvPr id="7" name="Footer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219456" cy="219456"/>
          </a:xfrm>
          <a:prstGeom prst="rect">
            <a:avLst/>
          </a:prstGeom>
        </p:spPr>
      </p:pic>
      <p:sp>
        <p:nvSpPr>
          <p:cNvPr id="8" name="Footer"/>
          <p:cNvSpPr txBox="1"/>
          <p:nvPr/>
        </p:nvSpPr>
        <p:spPr>
          <a:xfrm>
            <a:off x="768096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70"/>
                </a:solidFill>
              </a:rPr>
              <a:t>The SMART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 in sentence case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342900" indent="-342900">
              <a:spcAft>
                <a:spcPts val="800"/>
              </a:spcAft>
              <a:buSzPct val="100000"/>
              <a:buChar char="•"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Points, one idea each</a:t>
            </a:r>
            <a:endParaRPr lang="en-US" sz="1800" dirty="0"/>
          </a:p>
        </p:txBody>
      </p:sp>
      <p:pic>
        <p:nvPicPr>
          <p:cNvPr id="4" name="Footer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219456" cy="21945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768096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70"/>
                </a:solidFill>
              </a:rPr>
              <a:t>The SMART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4206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 in sentence case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645920"/>
            <a:ext cx="402336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342900" indent="-342900">
              <a:spcAft>
                <a:spcPts val="800"/>
              </a:spcAft>
              <a:buSzPct val="100000"/>
              <a:buChar char="•"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Two or three short points</a:t>
            </a:r>
            <a:endParaRPr lang="en-US" sz="1800" dirty="0"/>
          </a:p>
        </p:txBody>
      </p:sp>
      <p:sp>
        <p:nvSpPr>
          <p:cNvPr id="4" name="Picture panel"/>
          <p:cNvSpPr/>
          <p:nvPr/>
        </p:nvSpPr>
        <p:spPr>
          <a:xfrm>
            <a:off x="4937760" y="384048"/>
            <a:ext cx="3749040" cy="4069080"/>
          </a:xfrm>
          <a:prstGeom prst="roundRect">
            <a:avLst>
              <a:gd name="adj" fmla="val 7317"/>
            </a:avLst>
          </a:prstGeom>
          <a:solidFill>
            <a:srgbClr val="EEF6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5166360" y="685800"/>
            <a:ext cx="329184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Illustration or screenshot</a:t>
            </a:r>
            <a:endParaRPr lang="en-US" dirty="0"/>
          </a:p>
        </p:txBody>
      </p:sp>
      <p:pic>
        <p:nvPicPr>
          <p:cNvPr id="6" name="Footer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219456" cy="219456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768096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70"/>
                </a:solidFill>
              </a:rPr>
              <a:t>The SMART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 in sentence case</a:t>
            </a:r>
            <a:endParaRPr lang="en-US" sz="3000" dirty="0"/>
          </a:p>
        </p:txBody>
      </p:sp>
      <p:pic>
        <p:nvPicPr>
          <p:cNvPr id="3" name="Footer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219456" cy="219456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768096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70"/>
                </a:solidFill>
              </a:rPr>
              <a:t>The SMART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n"/>
          <p:cNvSpPr/>
          <p:nvPr/>
        </p:nvSpPr>
        <p:spPr>
          <a:xfrm>
            <a:off x="6126480" y="685800"/>
            <a:ext cx="2286000" cy="22860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Mint"/>
          <p:cNvSpPr/>
          <p:nvPr/>
        </p:nvSpPr>
        <p:spPr>
          <a:xfrm>
            <a:off x="7818120" y="28803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Coral"/>
          <p:cNvSpPr/>
          <p:nvPr/>
        </p:nvSpPr>
        <p:spPr>
          <a:xfrm>
            <a:off x="5715000" y="32461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457200" y="6858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9600" b="1" dirty="0">
                <a:solidFill>
                  <a:schemeClr val="tx2"/>
                </a:solidFill>
              </a:rPr>
              <a:t>80</a:t>
            </a:r>
            <a:endParaRPr lang="en-US" sz="9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457200" y="2331720"/>
            <a:ext cx="51206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the number counts</a:t>
            </a:r>
            <a:endParaRPr lang="en-US" sz="24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2926080"/>
            <a:ext cx="49377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or two sentences of context</a:t>
            </a:r>
            <a:endParaRPr lang="en-US" sz="1600" dirty="0"/>
          </a:p>
        </p:txBody>
      </p:sp>
      <p:pic>
        <p:nvPicPr>
          <p:cNvPr id="8" name="Footer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219456" cy="219456"/>
          </a:xfrm>
          <a:prstGeom prst="rect">
            <a:avLst/>
          </a:prstGeom>
        </p:spPr>
      </p:pic>
      <p:sp>
        <p:nvSpPr>
          <p:cNvPr id="9" name="Footer"/>
          <p:cNvSpPr txBox="1"/>
          <p:nvPr/>
        </p:nvSpPr>
        <p:spPr>
          <a:xfrm>
            <a:off x="768096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70"/>
                </a:solidFill>
              </a:rPr>
              <a:t>The SMART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FDE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41148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1325880"/>
            <a:ext cx="71323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quotation, without quote marks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A5B7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4A5B70"/>
                </a:solidFill>
              </a:rPr>
              <a:t>Who said it, and where</a:t>
            </a:r>
            <a:endParaRPr lang="en-US" sz="1600" dirty="0"/>
          </a:p>
        </p:txBody>
      </p:sp>
      <p:pic>
        <p:nvPicPr>
          <p:cNvPr id="5" name="Footer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0016"/>
            <a:ext cx="219456" cy="219456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768096" y="4700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70"/>
                </a:solidFill>
              </a:rPr>
              <a:t>The SMART Study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 block"/>
          <p:cNvSpPr/>
          <p:nvPr/>
        </p:nvSpPr>
        <p:spPr>
          <a:xfrm>
            <a:off x="7818120" y="-320040"/>
            <a:ext cx="1737360" cy="1325880"/>
          </a:xfrm>
          <a:prstGeom prst="roundRect">
            <a:avLst>
              <a:gd name="adj" fmla="val 20690"/>
            </a:avLst>
          </a:prstGeom>
          <a:solidFill>
            <a:srgbClr val="EEF6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un"/>
          <p:cNvSpPr/>
          <p:nvPr/>
        </p:nvSpPr>
        <p:spPr>
          <a:xfrm>
            <a:off x="6720840" y="50292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Parent head"/>
          <p:cNvSpPr/>
          <p:nvPr/>
        </p:nvSpPr>
        <p:spPr>
          <a:xfrm>
            <a:off x="5806440" y="20116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Parent body"/>
          <p:cNvSpPr/>
          <p:nvPr/>
        </p:nvSpPr>
        <p:spPr>
          <a:xfrm>
            <a:off x="5440680" y="2944368"/>
            <a:ext cx="1554480" cy="1554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Parent body base"/>
          <p:cNvSpPr/>
          <p:nvPr/>
        </p:nvSpPr>
        <p:spPr>
          <a:xfrm>
            <a:off x="5440680" y="3721608"/>
            <a:ext cx="1554480" cy="1604772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Child head"/>
          <p:cNvSpPr/>
          <p:nvPr/>
        </p:nvSpPr>
        <p:spPr>
          <a:xfrm>
            <a:off x="7443216" y="292608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Child body"/>
          <p:cNvSpPr/>
          <p:nvPr/>
        </p:nvSpPr>
        <p:spPr>
          <a:xfrm>
            <a:off x="7178040" y="3602736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Child body base"/>
          <p:cNvSpPr/>
          <p:nvPr/>
        </p:nvSpPr>
        <p:spPr>
          <a:xfrm>
            <a:off x="7178040" y="4151376"/>
            <a:ext cx="1097280" cy="117500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Logo mark" descr="/home/user/microsite-example/exports/png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457200" cy="457200"/>
          </a:xfrm>
          <a:prstGeom prst="rect">
            <a:avLst/>
          </a:prstGeom>
        </p:spPr>
      </p:pic>
      <p:sp>
        <p:nvSpPr>
          <p:cNvPr id="11" name="Wordmark SMART"/>
          <p:cNvSpPr txBox="1"/>
          <p:nvPr/>
        </p:nvSpPr>
        <p:spPr>
          <a:xfrm>
            <a:off x="1024128" y="448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SMART</a:t>
            </a:r>
            <a:endParaRPr lang="en-US" sz="2000" dirty="0"/>
          </a:p>
        </p:txBody>
      </p:sp>
      <p:sp>
        <p:nvSpPr>
          <p:cNvPr id="12" name="Wordmark Study"/>
          <p:cNvSpPr txBox="1"/>
          <p:nvPr/>
        </p:nvSpPr>
        <p:spPr>
          <a:xfrm>
            <a:off x="1993392" y="448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Study</a:t>
            </a:r>
            <a:endParaRPr lang="en-US" sz="2000" dirty="0"/>
          </a:p>
        </p:txBody>
      </p:sp>
      <p:sp>
        <p:nvSpPr>
          <p:cNvPr id="13" name="Text 10"/>
          <p:cNvSpPr/>
          <p:nvPr>
            <p:ph idx="111" type="title" hasCustomPrompt="1"/>
          </p:nvPr>
        </p:nvSpPr>
        <p:spPr>
          <a:xfrm>
            <a:off x="457200" y="141732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57200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FE0F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FE0F0"/>
                </a:solidFill>
              </a:rPr>
              <a:t>How to get in touch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1" type="title" hasCustomPrompt="1"/>
          </p:nvPr>
        </p:nvSpPr>
        <p:spPr>
          <a:xfrm>
            <a:off x="457200" y="1417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SMART Study microsite</a:t>
            </a:r>
            <a:endParaRPr lang="en-US" sz="4000" dirty="0"/>
          </a:p>
        </p:txBody>
      </p:sp>
      <p:sp>
        <p:nvSpPr>
          <p:cNvPr id="3" name="Text 10"/>
          <p:cNvSpPr/>
          <p:nvPr>
            <p:ph idx="112" type="body" hasCustomPrompt="1"/>
          </p:nvPr>
        </p:nvSpPr>
        <p:spPr>
          <a:xfrm>
            <a:off x="45720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0"/>
                </a:solidFill>
              </a:rPr>
              <a:t>Design review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2194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families see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signed-in pages for the restrict and delay groups</a:t>
            </a:r>
            <a:endParaRPr lang="en-US" sz="1800" dirty="0"/>
          </a:p>
        </p:txBody>
      </p:sp>
      <p:pic>
        <p:nvPicPr>
          <p:cNvPr id="5" name="Image 0" descr="/home/user/microsite-example/exports/png/deck/illustration-family.png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tretch>
            <a:fillRect/>
          </a:stretch>
        </p:blipFill>
        <p:spPr>
          <a:xfrm>
            <a:off x="5394960" y="548640"/>
            <a:ext cx="3291840" cy="19751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things for every family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645920"/>
            <a:ext cx="4023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Watch the welcome webinar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Set up their child's phone, or read the guide to waiting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Share a screen time screenshot once a month</a:t>
            </a:r>
            <a:endParaRPr lang="en-US" sz="1800" dirty="0"/>
          </a:p>
        </p:txBody>
      </p:sp>
      <p:pic>
        <p:nvPicPr>
          <p:cNvPr id="4" name="Image 0" descr="/home/user/microsite-example/exports/png/deck/illustration-guide-iphone.png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5166360" y="685800"/>
            <a:ext cx="329184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Help is never more than one click away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457200" y="1417320"/>
            <a:ext cx="2560320" cy="265176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26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Card 1 icon tile"/>
          <p:cNvSpPr/>
          <p:nvPr/>
        </p:nvSpPr>
        <p:spPr>
          <a:xfrm>
            <a:off x="685800" y="16459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CFE6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Card 1 icon" descr="/home/user/microsite-example/exports/png/deck/icon-book-open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6" name="Card 1 title"/>
          <p:cNvSpPr txBox="1"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Set-up guides</a:t>
            </a:r>
            <a:endParaRPr lang="en-US" sz="1800" dirty="0"/>
          </a:p>
        </p:txBody>
      </p:sp>
      <p:sp>
        <p:nvSpPr>
          <p:cNvPr id="7" name="Card 1 text"/>
          <p:cNvSpPr txBox="1"/>
          <p:nvPr/>
        </p:nvSpPr>
        <p:spPr>
          <a:xfrm>
            <a:off x="68580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A5C"/>
                </a:solidFill>
              </a:rPr>
              <a:t>Step by step, with a picture of every screen.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91840" y="1417320"/>
            <a:ext cx="2560320" cy="265176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26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Card 2 icon tile"/>
          <p:cNvSpPr/>
          <p:nvPr/>
        </p:nvSpPr>
        <p:spPr>
          <a:xfrm>
            <a:off x="3520440" y="16459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DE7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Card 2 icon" descr="/home/user/microsite-example/exports/png/deck/icon-circle-play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83080"/>
            <a:ext cx="274320" cy="274320"/>
          </a:xfrm>
          <a:prstGeom prst="rect">
            <a:avLst/>
          </a:prstGeom>
        </p:spPr>
      </p:pic>
      <p:sp>
        <p:nvSpPr>
          <p:cNvPr id="11" name="Card 2 title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Videos</a:t>
            </a:r>
            <a:endParaRPr lang="en-US" sz="1800" dirty="0"/>
          </a:p>
        </p:txBody>
      </p:sp>
      <p:sp>
        <p:nvSpPr>
          <p:cNvPr id="12" name="Card 2 text"/>
          <p:cNvSpPr txBox="1"/>
          <p:nvPr/>
        </p:nvSpPr>
        <p:spPr>
          <a:xfrm>
            <a:off x="352044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A5C"/>
                </a:solidFill>
              </a:rPr>
              <a:t>The welcome webinar and a video for children.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6126480" y="1417320"/>
            <a:ext cx="2560320" cy="265176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26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Card 3 icon tile"/>
          <p:cNvSpPr/>
          <p:nvPr/>
        </p:nvSpPr>
        <p:spPr>
          <a:xfrm>
            <a:off x="6355080" y="16459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E6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Card 3 icon" descr="/home/user/microsite-example/exports/png/deck/icon-life-buoy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274320" cy="274320"/>
          </a:xfrm>
          <a:prstGeom prst="rect">
            <a:avLst/>
          </a:prstGeom>
        </p:spPr>
      </p:pic>
      <p:sp>
        <p:nvSpPr>
          <p:cNvPr id="16" name="Card 3 title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Get help</a:t>
            </a:r>
            <a:endParaRPr lang="en-US" sz="1800" dirty="0"/>
          </a:p>
        </p:txBody>
      </p:sp>
      <p:sp>
        <p:nvSpPr>
          <p:cNvPr id="17" name="Card 3 text"/>
          <p:cNvSpPr txBox="1"/>
          <p:nvPr/>
        </p:nvSpPr>
        <p:spPr>
          <a:xfrm>
            <a:off x="635508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A5C"/>
                </a:solidFill>
              </a:rPr>
              <a:t>Common questions, or email us directly.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457200" y="6858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tx2"/>
                </a:solidFill>
              </a:rPr>
              <a:t>80</a:t>
            </a:r>
            <a:endParaRPr lang="en-US" sz="9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45720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primary schools in England</a:t>
            </a:r>
            <a:endParaRPr lang="en-US" sz="24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45720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Families take part through their child's school, from April 2027 to April 2028.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a restrict family gets set up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417320"/>
            <a:ext cx="2560320" cy="265176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26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tep 1 number tile"/>
          <p:cNvSpPr/>
          <p:nvPr/>
        </p:nvSpPr>
        <p:spPr>
          <a:xfrm>
            <a:off x="685800" y="1645920"/>
            <a:ext cx="502920" cy="502920"/>
          </a:xfrm>
          <a:prstGeom prst="roundRect">
            <a:avLst>
              <a:gd name="adj" fmla="val 29091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tep 1 number"/>
          <p:cNvSpPr txBox="1"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1 title"/>
          <p:cNvSpPr txBox="1"/>
          <p:nvPr/>
        </p:nvSpPr>
        <p:spPr>
          <a:xfrm>
            <a:off x="68580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Watch the welcome webinar</a:t>
            </a:r>
            <a:endParaRPr lang="en-US" sz="1800" dirty="0"/>
          </a:p>
        </p:txBody>
      </p:sp>
      <p:pic>
        <p:nvPicPr>
          <p:cNvPr id="7" name="Step 1 clock" descr="/home/user/microsite-example/exports/png/deck/icon-clock-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10128"/>
            <a:ext cx="201168" cy="201168"/>
          </a:xfrm>
          <a:prstGeom prst="rect">
            <a:avLst/>
          </a:prstGeom>
        </p:spPr>
      </p:pic>
      <p:sp>
        <p:nvSpPr>
          <p:cNvPr id="8" name="Step 1 time"/>
          <p:cNvSpPr txBox="1"/>
          <p:nvPr/>
        </p:nvSpPr>
        <p:spPr>
          <a:xfrm>
            <a:off x="9601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B70"/>
                </a:solidFill>
              </a:rPr>
              <a:t>40 minutes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3291840" y="1417320"/>
            <a:ext cx="2560320" cy="265176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26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tep 2 number tile"/>
          <p:cNvSpPr/>
          <p:nvPr/>
        </p:nvSpPr>
        <p:spPr>
          <a:xfrm>
            <a:off x="3520440" y="1645920"/>
            <a:ext cx="502920" cy="502920"/>
          </a:xfrm>
          <a:prstGeom prst="roundRect">
            <a:avLst>
              <a:gd name="adj" fmla="val 29091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tep 2 number"/>
          <p:cNvSpPr txBox="1"/>
          <p:nvPr/>
        </p:nvSpPr>
        <p:spPr>
          <a:xfrm>
            <a:off x="35204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tep 2 title"/>
          <p:cNvSpPr txBox="1"/>
          <p:nvPr/>
        </p:nvSpPr>
        <p:spPr>
          <a:xfrm>
            <a:off x="352044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 up your child's phone</a:t>
            </a:r>
            <a:endParaRPr lang="en-US" sz="1800" dirty="0"/>
          </a:p>
        </p:txBody>
      </p:sp>
      <p:pic>
        <p:nvPicPr>
          <p:cNvPr id="13" name="Step 2 clock" descr="/home/user/microsite-example/exports/png/deck/icon-clock-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310128"/>
            <a:ext cx="201168" cy="201168"/>
          </a:xfrm>
          <a:prstGeom prst="rect">
            <a:avLst/>
          </a:prstGeom>
        </p:spPr>
      </p:pic>
      <p:sp>
        <p:nvSpPr>
          <p:cNvPr id="14" name="Step 2 time"/>
          <p:cNvSpPr txBox="1"/>
          <p:nvPr/>
        </p:nvSpPr>
        <p:spPr>
          <a:xfrm>
            <a:off x="379476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B70"/>
                </a:solidFill>
              </a:rPr>
              <a:t>30 to 40 minutes</a:t>
            </a:r>
            <a:endParaRPr lang="en-US" sz="1400" dirty="0"/>
          </a:p>
        </p:txBody>
      </p:sp>
      <p:sp>
        <p:nvSpPr>
          <p:cNvPr id="15" name="Step 3"/>
          <p:cNvSpPr/>
          <p:nvPr/>
        </p:nvSpPr>
        <p:spPr>
          <a:xfrm>
            <a:off x="6126480" y="1417320"/>
            <a:ext cx="2560320" cy="265176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26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tep 3 number tile"/>
          <p:cNvSpPr/>
          <p:nvPr/>
        </p:nvSpPr>
        <p:spPr>
          <a:xfrm>
            <a:off x="6355080" y="1645920"/>
            <a:ext cx="502920" cy="502920"/>
          </a:xfrm>
          <a:prstGeom prst="roundRect">
            <a:avLst>
              <a:gd name="adj" fmla="val 29091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tep 3 number"/>
          <p:cNvSpPr txBox="1"/>
          <p:nvPr/>
        </p:nvSpPr>
        <p:spPr>
          <a:xfrm>
            <a:off x="6355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Step 3 title"/>
          <p:cNvSpPr txBox="1"/>
          <p:nvPr/>
        </p:nvSpPr>
        <p:spPr>
          <a:xfrm>
            <a:off x="635508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Share a screen time screenshot</a:t>
            </a:r>
            <a:endParaRPr lang="en-US" sz="1800" dirty="0"/>
          </a:p>
        </p:txBody>
      </p:sp>
      <p:pic>
        <p:nvPicPr>
          <p:cNvPr id="19" name="Step 3 clock" descr="/home/user/microsite-example/exports/png/deck/icon-clock-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310128"/>
            <a:ext cx="201168" cy="201168"/>
          </a:xfrm>
          <a:prstGeom prst="rect">
            <a:avLst/>
          </a:prstGeom>
        </p:spPr>
      </p:pic>
      <p:sp>
        <p:nvSpPr>
          <p:cNvPr id="20" name="Step 3 time"/>
          <p:cNvSpPr txBox="1"/>
          <p:nvPr/>
        </p:nvSpPr>
        <p:spPr>
          <a:xfrm>
            <a:off x="662940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B70"/>
                </a:solidFill>
              </a:rPr>
              <a:t>2 minutes, monthly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still need to decide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Whether the name "SMART" appears on public pages (A4)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Which platform the real build uses (B2)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Whether to keep these illustrations or commission new ones (B5)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132588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study identity of its own, with GOV.UK components underneath for accessible forms.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B70"/>
                </a:solidFill>
              </a:rPr>
              <a:t>Decision B1, look and feel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00016"/>
            <a:ext cx="9144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A5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1" type="title" hasCustomPrompt="1"/>
          </p:nvPr>
        </p:nvSpPr>
        <p:spPr>
          <a:xfrm>
            <a:off x="457200" y="1417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Questions?</a:t>
            </a:r>
            <a:endParaRPr lang="en-US" sz="4000" dirty="0"/>
          </a:p>
        </p:txBody>
      </p:sp>
      <p:sp>
        <p:nvSpPr>
          <p:cNvPr id="3" name="Text 10"/>
          <p:cNvSpPr/>
          <p:nvPr>
            <p:ph idx="112" type="body" hasCustomPrompt="1"/>
          </p:nvPr>
        </p:nvSpPr>
        <p:spPr>
          <a:xfrm>
            <a:off x="457200" y="3017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0"/>
                </a:solidFill>
              </a:rPr>
              <a:t>smartphonestudy@public.io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Study">
  <a:themeElements>
    <a:clrScheme name="SMART Study">
      <a:dk1>
        <a:srgbClr val="12263F"/>
      </a:dk1>
      <a:lt1>
        <a:srgbClr val="FFFFFF"/>
      </a:lt1>
      <a:dk2>
        <a:srgbClr val="003A69"/>
      </a:dk2>
      <a:lt2>
        <a:srgbClr val="FFFAF3"/>
      </a:lt2>
      <a:accent1>
        <a:srgbClr val="003A69"/>
      </a:accent1>
      <a:accent2>
        <a:srgbClr val="C4412A"/>
      </a:accent2>
      <a:accent3>
        <a:srgbClr val="FFC845"/>
      </a:accent3>
      <a:accent4>
        <a:srgbClr val="37C3A0"/>
      </a:accent4>
      <a:accent5>
        <a:srgbClr val="0B7A67"/>
      </a:accent5>
      <a:accent6>
        <a:srgbClr val="FF7A5C"/>
      </a:accent6>
      <a:hlink>
        <a:srgbClr val="1A5C9E"/>
      </a:hlink>
      <a:folHlink>
        <a:srgbClr val="003A69"/>
      </a:folHlink>
    </a:clrScheme>
    <a:fontScheme name="Office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deck template</dc:title>
  <dc:subject>PptxGenJS Presentation</dc:subject>
  <dc:creator>The SMART Study</dc:creator>
  <cp:lastModifiedBy>The SMART Study</cp:lastModifiedBy>
  <cp:revision>1</cp:revision>
  <dcterms:created xsi:type="dcterms:W3CDTF">2026-10-22T10:26:22Z</dcterms:created>
  <dcterms:modified xsi:type="dcterms:W3CDTF">2026-10-22T10:26:22Z</dcterms:modified>
</cp:coreProperties>
</file>